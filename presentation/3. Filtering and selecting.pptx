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894B8-22EF-447B-8E2A-599897296E37}" v="1" dt="2025-11-24T10:58:32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h, Debajyoti" userId="e80e4347-12e6-4d28-be82-0ebd4856c717" providerId="ADAL" clId="{97933A4B-EC08-462D-B01B-FFB291778DB6}"/>
    <pc:docChg chg="custSel addSld modSld">
      <pc:chgData name="Ghosh, Debajyoti" userId="e80e4347-12e6-4d28-be82-0ebd4856c717" providerId="ADAL" clId="{97933A4B-EC08-462D-B01B-FFB291778DB6}" dt="2025-11-24T10:58:46.078" v="62" actId="1076"/>
      <pc:docMkLst>
        <pc:docMk/>
      </pc:docMkLst>
      <pc:sldChg chg="addSp delSp modSp new mod">
        <pc:chgData name="Ghosh, Debajyoti" userId="e80e4347-12e6-4d28-be82-0ebd4856c717" providerId="ADAL" clId="{97933A4B-EC08-462D-B01B-FFB291778DB6}" dt="2025-11-24T10:55:00.300" v="8" actId="1076"/>
        <pc:sldMkLst>
          <pc:docMk/>
          <pc:sldMk cId="1629827870" sldId="256"/>
        </pc:sldMkLst>
        <pc:spChg chg="del">
          <ac:chgData name="Ghosh, Debajyoti" userId="e80e4347-12e6-4d28-be82-0ebd4856c717" providerId="ADAL" clId="{97933A4B-EC08-462D-B01B-FFB291778DB6}" dt="2025-11-24T10:54:04.286" v="1" actId="478"/>
          <ac:spMkLst>
            <pc:docMk/>
            <pc:sldMk cId="1629827870" sldId="256"/>
            <ac:spMk id="2" creationId="{4D709E60-7CB4-ADC4-71F8-0BF994A6624F}"/>
          </ac:spMkLst>
        </pc:spChg>
        <pc:spChg chg="del">
          <ac:chgData name="Ghosh, Debajyoti" userId="e80e4347-12e6-4d28-be82-0ebd4856c717" providerId="ADAL" clId="{97933A4B-EC08-462D-B01B-FFB291778DB6}" dt="2025-11-24T10:54:05.527" v="2" actId="478"/>
          <ac:spMkLst>
            <pc:docMk/>
            <pc:sldMk cId="1629827870" sldId="256"/>
            <ac:spMk id="3" creationId="{7F405256-B31C-B168-B30A-DAB7CAEC9360}"/>
          </ac:spMkLst>
        </pc:spChg>
        <pc:picChg chg="add mod">
          <ac:chgData name="Ghosh, Debajyoti" userId="e80e4347-12e6-4d28-be82-0ebd4856c717" providerId="ADAL" clId="{97933A4B-EC08-462D-B01B-FFB291778DB6}" dt="2025-11-24T10:55:00.300" v="8" actId="1076"/>
          <ac:picMkLst>
            <pc:docMk/>
            <pc:sldMk cId="1629827870" sldId="256"/>
            <ac:picMk id="5" creationId="{85BE084D-2468-F605-4EF6-517B7B9BA578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58:46.078" v="62" actId="1076"/>
        <pc:sldMkLst>
          <pc:docMk/>
          <pc:sldMk cId="3994981214" sldId="257"/>
        </pc:sldMkLst>
        <pc:spChg chg="add mod">
          <ac:chgData name="Ghosh, Debajyoti" userId="e80e4347-12e6-4d28-be82-0ebd4856c717" providerId="ADAL" clId="{97933A4B-EC08-462D-B01B-FFB291778DB6}" dt="2025-11-24T10:58:25.222" v="51" actId="255"/>
          <ac:spMkLst>
            <pc:docMk/>
            <pc:sldMk cId="3994981214" sldId="257"/>
            <ac:spMk id="4" creationId="{C6297111-A154-7315-9141-79E9571889D8}"/>
          </ac:spMkLst>
        </pc:spChg>
        <pc:spChg chg="add mod">
          <ac:chgData name="Ghosh, Debajyoti" userId="e80e4347-12e6-4d28-be82-0ebd4856c717" providerId="ADAL" clId="{97933A4B-EC08-462D-B01B-FFB291778DB6}" dt="2025-11-24T10:58:46.078" v="62" actId="1076"/>
          <ac:spMkLst>
            <pc:docMk/>
            <pc:sldMk cId="3994981214" sldId="257"/>
            <ac:spMk id="5" creationId="{58DAF11B-0273-D14B-5F61-25BFB14912A8}"/>
          </ac:spMkLst>
        </pc:spChg>
        <pc:picChg chg="add mod">
          <ac:chgData name="Ghosh, Debajyoti" userId="e80e4347-12e6-4d28-be82-0ebd4856c717" providerId="ADAL" clId="{97933A4B-EC08-462D-B01B-FFB291778DB6}" dt="2025-11-24T10:56:20.550" v="14" actId="1076"/>
          <ac:picMkLst>
            <pc:docMk/>
            <pc:sldMk cId="3994981214" sldId="257"/>
            <ac:picMk id="3" creationId="{A66A4CB2-6932-C0E3-8389-DEEFC8BD4F9F}"/>
          </ac:picMkLst>
        </pc:picChg>
      </pc:sldChg>
      <pc:sldChg chg="add">
        <pc:chgData name="Ghosh, Debajyoti" userId="e80e4347-12e6-4d28-be82-0ebd4856c717" providerId="ADAL" clId="{97933A4B-EC08-462D-B01B-FFB291778DB6}" dt="2025-11-24T10:56:08.503" v="9" actId="2890"/>
        <pc:sldMkLst>
          <pc:docMk/>
          <pc:sldMk cId="3432240057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3B73-237E-7039-62DD-E9B31B427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00DA8-314A-A009-12B2-D640079A9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0234-B2DF-013B-F9D7-A7345923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A0B0-0743-A08E-038F-CC86C96D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199F8-A108-C43A-72F1-BA45E1C9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056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3CF0-DBF1-9478-A8F4-42EEF60F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84C8D-544E-2CDE-A731-6BE4373EB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B3F3B-A7AB-4967-4359-6F1CF8AF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9D07C-F74C-2366-4D10-B3E2DA62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A5E71-515F-ED14-410E-AFFB4A20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7997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3E44-A24E-023C-DC9C-A0733EBA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49C9-714B-753A-54F6-38D3768A5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E506D-BF84-2323-7924-C5C24C66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53299-0571-4465-45C6-67234208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E146-05CF-FA6A-EE06-7653D3F7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081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D3FD-454E-0C40-1467-9E1D7CD14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8390-806D-3E16-9F3A-3804A21DA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567F-1017-D1F4-8689-8EECD82B4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BA4A4-0EB9-1B9A-F6CC-C89DE074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40DC6-DE0F-7470-C75C-5EC1C222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94748-6D60-CD33-1FE8-005D1659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578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9B3D-6B3A-81CC-86F2-EC4FBD39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363DA-7A88-775A-21AC-74557D82F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7DC97-7171-F72E-3048-59AC05C07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354E1-0803-7D50-8689-4F3EC3977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51FBD-4FA6-0084-4368-7A24DDFC1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41492-B8D3-BFD4-2034-47FD24EC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7B3D8-3BD1-6EA9-7AEC-CDF1D858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63F41-EA68-1588-A1EF-1F1DFC16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791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3D58-C309-3AFB-0A3C-5D62CC55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0EF6A-57F3-1C4B-C6ED-E145B7E2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95656-56C0-E4DF-9F0E-1BDB7C8E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032B8-DAAC-16AF-CC05-BAF8BF37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097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C0BD3-B451-C7F4-6339-04C1D488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817FC-AB6B-E6B3-9CAD-65B92B93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EB59-3ADE-9023-2666-66497B8E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8333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0F99-EAFF-5AF9-FEDB-CB3762F6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38240-273B-8E62-6C2D-2F82C0A85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C0098-918C-2138-F550-B07CE46FC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FD011-4991-98DE-63F1-0AE8B3A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B94C6-79AD-6330-7B25-3E54B629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16952-241D-E099-F431-E8E021BD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909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F137-85EA-B29C-037C-42F23027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9D4F2-AD00-24CE-40EC-3EBE5A227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1E9DE-5B19-13FF-4532-E3745FF27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857A0-CA19-7177-7790-926DC6D2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03E6F-0500-7C48-9ADA-6C87D93B5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8ACF0-815A-05F8-89FA-D7FA20E3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673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EE99-FB51-2EB3-17C1-EE61B627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93662-553F-00CF-E28C-F7847AE1D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4230F-931D-9B27-5AB7-15F21701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28C83-D76F-6609-ED34-2314659A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CD3E0-74AB-FF6C-ECA9-E40914AB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661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CB25F-CD85-AA14-6D70-3414825C5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6202F-0DDB-D5AC-2E1C-7642ECE9D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7BE3-A748-7936-B4E2-AB5BCB4D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665C9-1B08-5BA0-F6C6-85BD830D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593EA-DC86-D01D-8EEA-84097621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185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8EBA9-F965-7931-894F-3808F2C0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1DE33-A38E-4882-3A24-294F05E5C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4B13-93C0-106D-DE1A-856564BFC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FA6EC-66E5-45B2-BD8A-557FD669D2F0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A9507-27CF-A478-368A-B5BDBDE35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C8AB3-2CDA-03BF-9D61-2ED84C6FB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2F017-CE23-4B49-A9B2-DCB7AB3A3F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903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E084D-2468-F605-4EF6-517B7B9BA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37" y="313333"/>
            <a:ext cx="10404878" cy="623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DCF8-FB71-DCD6-8F88-1C79C228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A4CB2-6932-C0E3-8389-DEEFC8BD4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54" y="308466"/>
            <a:ext cx="9827477" cy="61258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297111-A154-7315-9141-79E9571889D8}"/>
              </a:ext>
            </a:extLst>
          </p:cNvPr>
          <p:cNvSpPr/>
          <p:nvPr/>
        </p:nvSpPr>
        <p:spPr>
          <a:xfrm>
            <a:off x="1097554" y="308466"/>
            <a:ext cx="9827477" cy="1001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Filtering and Selecting data </a:t>
            </a:r>
            <a:endParaRPr lang="en-NL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AF11B-0273-D14B-5F61-25BFB14912A8}"/>
              </a:ext>
            </a:extLst>
          </p:cNvPr>
          <p:cNvSpPr txBox="1"/>
          <p:nvPr/>
        </p:nvSpPr>
        <p:spPr>
          <a:xfrm>
            <a:off x="1453487" y="1345484"/>
            <a:ext cx="116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Using - 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399498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19E3-D5E5-D76F-1C49-AB99323E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24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e118e09-08be-4360-a815-3fc29828016d}" enabled="1" method="Standard" siteId="{15b734ef-4a07-47e7-90f4-22cc84a7af2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TenneT TSO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Ghosh, Debajyoti</dc:creator>
  <cp:lastModifiedBy>Ghosh, Debajyoti</cp:lastModifiedBy>
  <cp:revision>1</cp:revision>
  <dcterms:created xsi:type="dcterms:W3CDTF">2025-11-24T10:54:00Z</dcterms:created>
  <dcterms:modified xsi:type="dcterms:W3CDTF">2025-11-24T10:58:57Z</dcterms:modified>
</cp:coreProperties>
</file>