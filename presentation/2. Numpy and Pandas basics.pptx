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0622EF-47F5-4503-BF65-F9BD3D357495}" v="5" dt="2025-11-24T10:41:12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osh, Debajyoti" userId="e80e4347-12e6-4d28-be82-0ebd4856c717" providerId="ADAL" clId="{97933A4B-EC08-462D-B01B-FFB291778DB6}"/>
    <pc:docChg chg="undo custSel addSld modSld sldOrd">
      <pc:chgData name="Ghosh, Debajyoti" userId="e80e4347-12e6-4d28-be82-0ebd4856c717" providerId="ADAL" clId="{97933A4B-EC08-462D-B01B-FFB291778DB6}" dt="2025-11-24T10:53:15.006" v="386" actId="11529"/>
      <pc:docMkLst>
        <pc:docMk/>
      </pc:docMkLst>
      <pc:sldChg chg="delSp new mod">
        <pc:chgData name="Ghosh, Debajyoti" userId="e80e4347-12e6-4d28-be82-0ebd4856c717" providerId="ADAL" clId="{97933A4B-EC08-462D-B01B-FFB291778DB6}" dt="2025-11-24T10:20:08.354" v="2" actId="478"/>
        <pc:sldMkLst>
          <pc:docMk/>
          <pc:sldMk cId="3741453130" sldId="256"/>
        </pc:sldMkLst>
        <pc:spChg chg="del">
          <ac:chgData name="Ghosh, Debajyoti" userId="e80e4347-12e6-4d28-be82-0ebd4856c717" providerId="ADAL" clId="{97933A4B-EC08-462D-B01B-FFB291778DB6}" dt="2025-11-24T10:20:06.060" v="1" actId="478"/>
          <ac:spMkLst>
            <pc:docMk/>
            <pc:sldMk cId="3741453130" sldId="256"/>
            <ac:spMk id="2" creationId="{004A0DD2-5E93-1BD2-0906-49E1D3C3FE0B}"/>
          </ac:spMkLst>
        </pc:spChg>
        <pc:spChg chg="del">
          <ac:chgData name="Ghosh, Debajyoti" userId="e80e4347-12e6-4d28-be82-0ebd4856c717" providerId="ADAL" clId="{97933A4B-EC08-462D-B01B-FFB291778DB6}" dt="2025-11-24T10:20:08.354" v="2" actId="478"/>
          <ac:spMkLst>
            <pc:docMk/>
            <pc:sldMk cId="3741453130" sldId="256"/>
            <ac:spMk id="3" creationId="{1B212D5A-7F72-4AF9-2926-06EE08CD0CBC}"/>
          </ac:spMkLst>
        </pc:spChg>
      </pc:sldChg>
      <pc:sldChg chg="addSp modSp add mod">
        <pc:chgData name="Ghosh, Debajyoti" userId="e80e4347-12e6-4d28-be82-0ebd4856c717" providerId="ADAL" clId="{97933A4B-EC08-462D-B01B-FFB291778DB6}" dt="2025-11-24T10:28:48.195" v="162" actId="313"/>
        <pc:sldMkLst>
          <pc:docMk/>
          <pc:sldMk cId="3859621012" sldId="257"/>
        </pc:sldMkLst>
        <pc:spChg chg="add mod">
          <ac:chgData name="Ghosh, Debajyoti" userId="e80e4347-12e6-4d28-be82-0ebd4856c717" providerId="ADAL" clId="{97933A4B-EC08-462D-B01B-FFB291778DB6}" dt="2025-11-24T10:28:48.195" v="162" actId="313"/>
          <ac:spMkLst>
            <pc:docMk/>
            <pc:sldMk cId="3859621012" sldId="257"/>
            <ac:spMk id="4" creationId="{8CC18BA0-822E-7C73-33B3-BF5DAF0E6FE2}"/>
          </ac:spMkLst>
        </pc:spChg>
        <pc:picChg chg="add mod">
          <ac:chgData name="Ghosh, Debajyoti" userId="e80e4347-12e6-4d28-be82-0ebd4856c717" providerId="ADAL" clId="{97933A4B-EC08-462D-B01B-FFB291778DB6}" dt="2025-11-24T10:27:13.118" v="65" actId="1076"/>
          <ac:picMkLst>
            <pc:docMk/>
            <pc:sldMk cId="3859621012" sldId="257"/>
            <ac:picMk id="3" creationId="{E7CFD19F-35B4-4149-C870-EEFA2AAEC1C1}"/>
          </ac:picMkLst>
        </pc:picChg>
      </pc:sldChg>
      <pc:sldChg chg="addSp modSp add mod ord">
        <pc:chgData name="Ghosh, Debajyoti" userId="e80e4347-12e6-4d28-be82-0ebd4856c717" providerId="ADAL" clId="{97933A4B-EC08-462D-B01B-FFB291778DB6}" dt="2025-11-24T10:31:22.670" v="204" actId="1076"/>
        <pc:sldMkLst>
          <pc:docMk/>
          <pc:sldMk cId="9470905" sldId="258"/>
        </pc:sldMkLst>
        <pc:spChg chg="add mod">
          <ac:chgData name="Ghosh, Debajyoti" userId="e80e4347-12e6-4d28-be82-0ebd4856c717" providerId="ADAL" clId="{97933A4B-EC08-462D-B01B-FFB291778DB6}" dt="2025-11-24T10:31:22.670" v="204" actId="1076"/>
          <ac:spMkLst>
            <pc:docMk/>
            <pc:sldMk cId="9470905" sldId="258"/>
            <ac:spMk id="4" creationId="{FE77324E-FF4B-7548-7C19-3CEB077B102A}"/>
          </ac:spMkLst>
        </pc:spChg>
        <pc:picChg chg="add mod">
          <ac:chgData name="Ghosh, Debajyoti" userId="e80e4347-12e6-4d28-be82-0ebd4856c717" providerId="ADAL" clId="{97933A4B-EC08-462D-B01B-FFB291778DB6}" dt="2025-11-24T10:30:34.548" v="169" actId="14100"/>
          <ac:picMkLst>
            <pc:docMk/>
            <pc:sldMk cId="9470905" sldId="258"/>
            <ac:picMk id="3" creationId="{CA1724D6-1004-4F4A-D1E3-1A62187E72DB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33:41.854" v="231" actId="20577"/>
        <pc:sldMkLst>
          <pc:docMk/>
          <pc:sldMk cId="2820792726" sldId="259"/>
        </pc:sldMkLst>
        <pc:spChg chg="add mod">
          <ac:chgData name="Ghosh, Debajyoti" userId="e80e4347-12e6-4d28-be82-0ebd4856c717" providerId="ADAL" clId="{97933A4B-EC08-462D-B01B-FFB291778DB6}" dt="2025-11-24T10:33:27.561" v="223" actId="1076"/>
          <ac:spMkLst>
            <pc:docMk/>
            <pc:sldMk cId="2820792726" sldId="259"/>
            <ac:spMk id="4" creationId="{622E77C4-2EB4-8B5B-5271-50827F769C9B}"/>
          </ac:spMkLst>
        </pc:spChg>
        <pc:spChg chg="add mod">
          <ac:chgData name="Ghosh, Debajyoti" userId="e80e4347-12e6-4d28-be82-0ebd4856c717" providerId="ADAL" clId="{97933A4B-EC08-462D-B01B-FFB291778DB6}" dt="2025-11-24T10:33:41.854" v="231" actId="20577"/>
          <ac:spMkLst>
            <pc:docMk/>
            <pc:sldMk cId="2820792726" sldId="259"/>
            <ac:spMk id="5" creationId="{24381A05-AB47-B138-C052-EBA3D3FAE5D4}"/>
          </ac:spMkLst>
        </pc:spChg>
        <pc:picChg chg="add mod">
          <ac:chgData name="Ghosh, Debajyoti" userId="e80e4347-12e6-4d28-be82-0ebd4856c717" providerId="ADAL" clId="{97933A4B-EC08-462D-B01B-FFB291778DB6}" dt="2025-11-24T10:32:51.750" v="210" actId="14100"/>
          <ac:picMkLst>
            <pc:docMk/>
            <pc:sldMk cId="2820792726" sldId="259"/>
            <ac:picMk id="3" creationId="{B49130F7-6A50-2E55-6806-351C3A586368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38:22.177" v="235" actId="14100"/>
        <pc:sldMkLst>
          <pc:docMk/>
          <pc:sldMk cId="1888635755" sldId="260"/>
        </pc:sldMkLst>
        <pc:picChg chg="add mod">
          <ac:chgData name="Ghosh, Debajyoti" userId="e80e4347-12e6-4d28-be82-0ebd4856c717" providerId="ADAL" clId="{97933A4B-EC08-462D-B01B-FFB291778DB6}" dt="2025-11-24T10:38:22.177" v="235" actId="14100"/>
          <ac:picMkLst>
            <pc:docMk/>
            <pc:sldMk cId="1888635755" sldId="260"/>
            <ac:picMk id="3" creationId="{3C3ED938-DECB-ACBD-9A1C-2EA188355B72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39:20.028" v="240" actId="1076"/>
        <pc:sldMkLst>
          <pc:docMk/>
          <pc:sldMk cId="2150159003" sldId="261"/>
        </pc:sldMkLst>
        <pc:picChg chg="add mod">
          <ac:chgData name="Ghosh, Debajyoti" userId="e80e4347-12e6-4d28-be82-0ebd4856c717" providerId="ADAL" clId="{97933A4B-EC08-462D-B01B-FFB291778DB6}" dt="2025-11-24T10:39:20.028" v="240" actId="1076"/>
          <ac:picMkLst>
            <pc:docMk/>
            <pc:sldMk cId="2150159003" sldId="261"/>
            <ac:picMk id="3" creationId="{B1F866B2-9D3D-45B5-A1D2-8F5008B7CB14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48:56.435" v="366" actId="1076"/>
        <pc:sldMkLst>
          <pc:docMk/>
          <pc:sldMk cId="2091266459" sldId="262"/>
        </pc:sldMkLst>
        <pc:spChg chg="add mod">
          <ac:chgData name="Ghosh, Debajyoti" userId="e80e4347-12e6-4d28-be82-0ebd4856c717" providerId="ADAL" clId="{97933A4B-EC08-462D-B01B-FFB291778DB6}" dt="2025-11-24T10:48:56.435" v="366" actId="1076"/>
          <ac:spMkLst>
            <pc:docMk/>
            <pc:sldMk cId="2091266459" sldId="262"/>
            <ac:spMk id="4" creationId="{2241CFE7-3EA0-DC03-B8DF-4FE8A7E315E6}"/>
          </ac:spMkLst>
        </pc:spChg>
        <pc:picChg chg="add mod">
          <ac:chgData name="Ghosh, Debajyoti" userId="e80e4347-12e6-4d28-be82-0ebd4856c717" providerId="ADAL" clId="{97933A4B-EC08-462D-B01B-FFB291778DB6}" dt="2025-11-24T10:40:58.543" v="246" actId="1076"/>
          <ac:picMkLst>
            <pc:docMk/>
            <pc:sldMk cId="2091266459" sldId="262"/>
            <ac:picMk id="3" creationId="{D185DC43-9F6D-A454-68D3-F5EE8038099C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49:28.842" v="370" actId="1076"/>
        <pc:sldMkLst>
          <pc:docMk/>
          <pc:sldMk cId="2109957301" sldId="263"/>
        </pc:sldMkLst>
        <pc:picChg chg="add mod">
          <ac:chgData name="Ghosh, Debajyoti" userId="e80e4347-12e6-4d28-be82-0ebd4856c717" providerId="ADAL" clId="{97933A4B-EC08-462D-B01B-FFB291778DB6}" dt="2025-11-24T10:49:28.842" v="370" actId="1076"/>
          <ac:picMkLst>
            <pc:docMk/>
            <pc:sldMk cId="2109957301" sldId="263"/>
            <ac:picMk id="3" creationId="{A82EAD81-4976-0AB4-2D9D-CC24327EB6DB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50:18.405" v="375" actId="14100"/>
        <pc:sldMkLst>
          <pc:docMk/>
          <pc:sldMk cId="3054594947" sldId="264"/>
        </pc:sldMkLst>
        <pc:picChg chg="add mod">
          <ac:chgData name="Ghosh, Debajyoti" userId="e80e4347-12e6-4d28-be82-0ebd4856c717" providerId="ADAL" clId="{97933A4B-EC08-462D-B01B-FFB291778DB6}" dt="2025-11-24T10:50:18.405" v="375" actId="14100"/>
          <ac:picMkLst>
            <pc:docMk/>
            <pc:sldMk cId="3054594947" sldId="264"/>
            <ac:picMk id="3" creationId="{C62714BD-0265-4B8C-2E1A-D637CE2FD1C5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51:17.991" v="379" actId="14100"/>
        <pc:sldMkLst>
          <pc:docMk/>
          <pc:sldMk cId="1455207587" sldId="265"/>
        </pc:sldMkLst>
        <pc:picChg chg="add mod">
          <ac:chgData name="Ghosh, Debajyoti" userId="e80e4347-12e6-4d28-be82-0ebd4856c717" providerId="ADAL" clId="{97933A4B-EC08-462D-B01B-FFB291778DB6}" dt="2025-11-24T10:51:17.991" v="379" actId="14100"/>
          <ac:picMkLst>
            <pc:docMk/>
            <pc:sldMk cId="1455207587" sldId="265"/>
            <ac:picMk id="3" creationId="{B6779D8E-9ADA-C3E2-3871-54C0D621F992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53:15.006" v="386" actId="11529"/>
        <pc:sldMkLst>
          <pc:docMk/>
          <pc:sldMk cId="664541989" sldId="266"/>
        </pc:sldMkLst>
        <pc:spChg chg="add">
          <ac:chgData name="Ghosh, Debajyoti" userId="e80e4347-12e6-4d28-be82-0ebd4856c717" providerId="ADAL" clId="{97933A4B-EC08-462D-B01B-FFB291778DB6}" dt="2025-11-24T10:53:15.006" v="386" actId="11529"/>
          <ac:spMkLst>
            <pc:docMk/>
            <pc:sldMk cId="664541989" sldId="266"/>
            <ac:spMk id="4" creationId="{A0ED3476-BC05-9DC0-7E80-C3230546D400}"/>
          </ac:spMkLst>
        </pc:spChg>
        <pc:picChg chg="add mod">
          <ac:chgData name="Ghosh, Debajyoti" userId="e80e4347-12e6-4d28-be82-0ebd4856c717" providerId="ADAL" clId="{97933A4B-EC08-462D-B01B-FFB291778DB6}" dt="2025-11-24T10:51:58.507" v="385" actId="1076"/>
          <ac:picMkLst>
            <pc:docMk/>
            <pc:sldMk cId="664541989" sldId="266"/>
            <ac:picMk id="3" creationId="{14850E03-1E46-4260-2EAA-3CF4D605E16B}"/>
          </ac:picMkLst>
        </pc:picChg>
      </pc:sldChg>
      <pc:sldChg chg="add">
        <pc:chgData name="Ghosh, Debajyoti" userId="e80e4347-12e6-4d28-be82-0ebd4856c717" providerId="ADAL" clId="{97933A4B-EC08-462D-B01B-FFB291778DB6}" dt="2025-11-24T10:51:32.451" v="380" actId="2890"/>
        <pc:sldMkLst>
          <pc:docMk/>
          <pc:sldMk cId="571237951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3221-FB90-15B6-6820-9D25E501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ACE3B-2390-E439-3B13-2869233CF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269B0-2D03-C55B-004F-21503D2B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85BDE-89D5-017C-7C21-938CDCF6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BB68F-C242-5D2A-7AB7-E8087792F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3636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E8C6-9B0A-F7B5-419B-9FBC81B3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66CB7-194E-1AF8-3903-93809F11F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9135-2F6D-2A65-F60E-60D13B4F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73C53-0FB9-0A4E-71E1-4929CECB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2D86-0409-48A9-ECE8-68D66D0A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874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C35B-D8CF-82A1-F0D2-EF9C5B517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708A1-CEF5-F98F-144B-F88493780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A006A-BE3D-22FF-13B1-ECE50E78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C9D1A-13AF-F3B7-F10E-106D45C1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26645-9C41-E3AB-7FE4-6E85B775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608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B94D-0A1C-6622-420E-5DC8F69D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537F6-ACBE-B21A-591B-EBEB47D05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54B71-3DD7-67BE-B610-752FB1B30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47764-9179-D507-52EC-51473501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8907A-0059-01A9-E433-9CF2C1A4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FFE4A-D55F-3239-4212-24D69CD6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65088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B9A6-9C8F-A918-913C-BA5F8CD9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31CFA-40CB-D2BA-8CCE-F3A03696F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89365-63CE-80DE-F815-FAACC0E18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5923FA-7015-5E43-1DAB-67FE41B68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52F2E-12CC-C42E-9595-671D1BC2B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4E3958-6ECB-2DE0-8835-47D561BC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1902DD-0C34-C2A5-497D-0291470C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E257B-73A7-9248-F71B-3B2E2615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1130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9060-CABB-3A6E-4B9C-5B500ACB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75103-2D7B-C223-FD7D-6DDA51FD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42941-6CA4-4987-7F48-FCA91BC9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2FD50-4E03-1FA1-8D54-B8BC18DA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5855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B5114-CE2D-7540-7D16-44B92BC9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E0A12-BF04-F87E-4263-148086C8C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5BFA2-F46E-7358-C3D8-19BD2750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2762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524C9-6CFF-EC79-8342-AB535B3E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5F4C7-3A51-2D55-EBCE-BF5E193E4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70B08-6690-F0EB-9A77-27741452F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71BFF-4D2A-9ED6-330E-97B1CEFA4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37FE2-EBF9-D1CF-FD5D-3BF9738F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81B5E-E378-990A-96CB-C1EE16E0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872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A5ED-2A79-7207-76E1-0C8711CD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21262E-A580-9488-3D8F-724D321F9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F2F86-1224-AF44-D3FA-A23DAD661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DF2A8-05FB-5A0D-DFA0-89AE5270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30211-3A73-24AA-B26D-D6DB992D7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0CF13-71BF-ABE2-82C1-BA6BEF80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179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A8B9-8EFE-5608-0CCD-724A3E46E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A1AB7-073C-CB98-09A8-EB489C98A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E305D-DD43-9872-4634-F7B45161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BB46F-66C0-1385-778E-DBC860D28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BBE02-D30D-B3D4-72DD-4350D0FC5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6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4EAB3B-40D4-1D31-69A3-49C8E0ACC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A8D1C-3F52-99C1-40B5-2D432C3A5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32ADE-81D8-DE32-13BA-9DFA680C9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AC5D0-5C79-C4E5-C9CD-0B242CFA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1BC2F-F977-F6FE-18A6-66635FEC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9455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996AB-9D12-3956-DF6A-A231C6BF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12EEA-D452-0262-9785-81F66D8C9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D9C07-F479-2FE6-FB0C-071534337E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C8506-35FA-4085-B744-452F98469899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BBEBE-6A3D-AA93-B6EE-6D8EDC2C2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BE064-3EFF-C616-4FF1-CDD276E19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34D15-5CCD-4453-978B-2F78562FCAB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42738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45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C70F0-8240-D437-6E32-4CED3B5C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FD19F-35B4-4149-C870-EEFA2AAEC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65" y="295597"/>
            <a:ext cx="10082659" cy="62668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C18BA0-822E-7C73-33B3-BF5DAF0E6FE2}"/>
              </a:ext>
            </a:extLst>
          </p:cNvPr>
          <p:cNvSpPr txBox="1"/>
          <p:nvPr/>
        </p:nvSpPr>
        <p:spPr>
          <a:xfrm>
            <a:off x="1296538" y="3244334"/>
            <a:ext cx="104808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Can be used to shape and reshape data structures. Each of this </a:t>
            </a:r>
          </a:p>
          <a:p>
            <a:pPr>
              <a:buClr>
                <a:srgbClr val="FFC000"/>
              </a:buClr>
            </a:pPr>
            <a:r>
              <a:rPr lang="en-US" sz="2800" dirty="0"/>
              <a:t>	data-structure is called N-dimensional array or N-d array. </a:t>
            </a:r>
            <a:endParaRPr lang="en-NL" sz="2800" dirty="0"/>
          </a:p>
        </p:txBody>
      </p:sp>
    </p:spTree>
    <p:extLst>
      <p:ext uri="{BB962C8B-B14F-4D97-AF65-F5344CB8AC3E}">
        <p14:creationId xmlns:p14="http://schemas.microsoft.com/office/powerpoint/2010/main" val="3859621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7D6C-28E2-D8F8-5D0A-D6FA31AA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724D6-1004-4F4A-D1E3-1A62187E7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4" y="397338"/>
            <a:ext cx="11133653" cy="62217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77324E-FF4B-7548-7C19-3CEB077B102A}"/>
              </a:ext>
            </a:extLst>
          </p:cNvPr>
          <p:cNvSpPr txBox="1"/>
          <p:nvPr/>
        </p:nvSpPr>
        <p:spPr>
          <a:xfrm>
            <a:off x="7881583" y="4312692"/>
            <a:ext cx="3437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 built on top of NumPy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9470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5B52-7447-597E-F3A6-722080E4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9130F7-6A50-2E55-6806-351C3A586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71" y="287770"/>
            <a:ext cx="10740721" cy="62290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2E77C4-2EB4-8B5B-5271-50827F769C9B}"/>
              </a:ext>
            </a:extLst>
          </p:cNvPr>
          <p:cNvSpPr txBox="1"/>
          <p:nvPr/>
        </p:nvSpPr>
        <p:spPr>
          <a:xfrm>
            <a:off x="7465326" y="498143"/>
            <a:ext cx="1831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“ARRAY”</a:t>
            </a:r>
            <a:endParaRPr lang="en-NL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81A05-AB47-B138-C052-EBA3D3FAE5D4}"/>
              </a:ext>
            </a:extLst>
          </p:cNvPr>
          <p:cNvSpPr txBox="1"/>
          <p:nvPr/>
        </p:nvSpPr>
        <p:spPr>
          <a:xfrm>
            <a:off x="7465325" y="2922699"/>
            <a:ext cx="20147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“MATRIX”</a:t>
            </a:r>
            <a:endParaRPr lang="en-NL" sz="3200" b="1" dirty="0"/>
          </a:p>
        </p:txBody>
      </p:sp>
    </p:spTree>
    <p:extLst>
      <p:ext uri="{BB962C8B-B14F-4D97-AF65-F5344CB8AC3E}">
        <p14:creationId xmlns:p14="http://schemas.microsoft.com/office/powerpoint/2010/main" val="282079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88DBB-8C7C-3551-0085-2EB782CA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3ED938-DECB-ACBD-9A1C-2EA188355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304" y="272918"/>
            <a:ext cx="8946108" cy="594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6E86B-3C72-EF6B-61EA-4F9D002FD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F866B2-9D3D-45B5-A1D2-8F5008B7C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67" y="252639"/>
            <a:ext cx="10795379" cy="58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DB27F-F315-D4BF-B2B6-39383176E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5DC43-9F6D-A454-68D3-F5EE80380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908" y="110197"/>
            <a:ext cx="8290427" cy="54307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41CFE7-3EA0-DC03-B8DF-4FE8A7E315E6}"/>
              </a:ext>
            </a:extLst>
          </p:cNvPr>
          <p:cNvSpPr txBox="1"/>
          <p:nvPr/>
        </p:nvSpPr>
        <p:spPr>
          <a:xfrm>
            <a:off x="2866030" y="5493224"/>
            <a:ext cx="7200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Series is one dimensional and </a:t>
            </a:r>
            <a:r>
              <a:rPr lang="en-US" dirty="0" err="1"/>
              <a:t>Dataframe</a:t>
            </a:r>
            <a:r>
              <a:rPr lang="en-US" dirty="0"/>
              <a:t> is two-dimensional table that </a:t>
            </a:r>
          </a:p>
          <a:p>
            <a:r>
              <a:rPr lang="en-US" dirty="0"/>
              <a:t>Can hold any type of data.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91266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0A9FF-20C5-AE03-395A-40888F2BE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2EAD81-4976-0AB4-2D9D-CC24327EB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64" y="635001"/>
            <a:ext cx="8859840" cy="503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57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1AF0-A342-E94C-C4A9-CAFC485EF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2714BD-0265-4B8C-2E1A-D637CE2FD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42" y="528622"/>
            <a:ext cx="10415259" cy="574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94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0D998-749E-78BE-93B5-7C1FA12A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779D8E-9ADA-C3E2-3871-54C0D621F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281" y="241616"/>
            <a:ext cx="10938680" cy="668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07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9CB3-1C42-EB9D-9FCF-0115206D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850E03-1E46-4260-2EAA-3CF4D605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83" y="254744"/>
            <a:ext cx="10313001" cy="599593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ED3476-BC05-9DC0-7E80-C3230546D400}"/>
              </a:ext>
            </a:extLst>
          </p:cNvPr>
          <p:cNvSpPr/>
          <p:nvPr/>
        </p:nvSpPr>
        <p:spPr>
          <a:xfrm>
            <a:off x="1644555" y="3295934"/>
            <a:ext cx="8946108" cy="382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64541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31A31-DB59-7BB8-0AA9-6A6DE8EB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37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e118e09-08be-4360-a815-3fc29828016d}" enabled="1" method="Standard" siteId="{15b734ef-4a07-47e7-90f4-22cc84a7af2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Widescreen</PresentationFormat>
  <Paragraphs>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TenneT TSO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Ghosh, Debajyoti</dc:creator>
  <cp:lastModifiedBy>Ghosh, Debajyoti</cp:lastModifiedBy>
  <cp:revision>1</cp:revision>
  <dcterms:created xsi:type="dcterms:W3CDTF">2025-11-24T10:19:46Z</dcterms:created>
  <dcterms:modified xsi:type="dcterms:W3CDTF">2025-11-24T10:53:26Z</dcterms:modified>
</cp:coreProperties>
</file>