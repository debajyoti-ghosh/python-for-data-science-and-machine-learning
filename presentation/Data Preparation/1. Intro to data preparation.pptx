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6" r:id="rId11"/>
    <p:sldId id="265" r:id="rId12"/>
    <p:sldId id="267" r:id="rId13"/>
    <p:sldId id="269" r:id="rId14"/>
    <p:sldId id="268" r:id="rId15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5D59F4-2C3D-4104-8240-89F57C0201CD}" v="1" dt="2025-11-24T09:51:22.0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0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hosh, Debajyoti" userId="e80e4347-12e6-4d28-be82-0ebd4856c717" providerId="ADAL" clId="{97933A4B-EC08-462D-B01B-FFB291778DB6}"/>
    <pc:docChg chg="undo custSel addSld modSld sldOrd">
      <pc:chgData name="Ghosh, Debajyoti" userId="e80e4347-12e6-4d28-be82-0ebd4856c717" providerId="ADAL" clId="{97933A4B-EC08-462D-B01B-FFB291778DB6}" dt="2025-11-24T10:08:47.993" v="86" actId="14100"/>
      <pc:docMkLst>
        <pc:docMk/>
      </pc:docMkLst>
      <pc:sldChg chg="addSp delSp modSp new mod">
        <pc:chgData name="Ghosh, Debajyoti" userId="e80e4347-12e6-4d28-be82-0ebd4856c717" providerId="ADAL" clId="{97933A4B-EC08-462D-B01B-FFB291778DB6}" dt="2025-11-24T09:52:31.679" v="19" actId="255"/>
        <pc:sldMkLst>
          <pc:docMk/>
          <pc:sldMk cId="926483132" sldId="256"/>
        </pc:sldMkLst>
        <pc:spChg chg="del">
          <ac:chgData name="Ghosh, Debajyoti" userId="e80e4347-12e6-4d28-be82-0ebd4856c717" providerId="ADAL" clId="{97933A4B-EC08-462D-B01B-FFB291778DB6}" dt="2025-11-24T09:50:24.117" v="1" actId="478"/>
          <ac:spMkLst>
            <pc:docMk/>
            <pc:sldMk cId="926483132" sldId="256"/>
            <ac:spMk id="2" creationId="{F92B73C1-40B1-F110-0847-D9B9E200B13A}"/>
          </ac:spMkLst>
        </pc:spChg>
        <pc:spChg chg="del">
          <ac:chgData name="Ghosh, Debajyoti" userId="e80e4347-12e6-4d28-be82-0ebd4856c717" providerId="ADAL" clId="{97933A4B-EC08-462D-B01B-FFB291778DB6}" dt="2025-11-24T09:50:25.804" v="2" actId="478"/>
          <ac:spMkLst>
            <pc:docMk/>
            <pc:sldMk cId="926483132" sldId="256"/>
            <ac:spMk id="3" creationId="{41E52464-F515-D704-076C-6920D41B54DC}"/>
          </ac:spMkLst>
        </pc:spChg>
        <pc:spChg chg="add mod">
          <ac:chgData name="Ghosh, Debajyoti" userId="e80e4347-12e6-4d28-be82-0ebd4856c717" providerId="ADAL" clId="{97933A4B-EC08-462D-B01B-FFB291778DB6}" dt="2025-11-24T09:52:31.679" v="19" actId="255"/>
          <ac:spMkLst>
            <pc:docMk/>
            <pc:sldMk cId="926483132" sldId="256"/>
            <ac:spMk id="6" creationId="{83CA2713-B787-1B1B-47EE-EE3A59F9F8BE}"/>
          </ac:spMkLst>
        </pc:spChg>
        <pc:picChg chg="add mod">
          <ac:chgData name="Ghosh, Debajyoti" userId="e80e4347-12e6-4d28-be82-0ebd4856c717" providerId="ADAL" clId="{97933A4B-EC08-462D-B01B-FFB291778DB6}" dt="2025-11-24T09:52:22.415" v="17" actId="1076"/>
          <ac:picMkLst>
            <pc:docMk/>
            <pc:sldMk cId="926483132" sldId="256"/>
            <ac:picMk id="5" creationId="{817F12DC-3721-2911-9862-00ACFECE5BAE}"/>
          </ac:picMkLst>
        </pc:picChg>
      </pc:sldChg>
      <pc:sldChg chg="addSp delSp modSp new mod">
        <pc:chgData name="Ghosh, Debajyoti" userId="e80e4347-12e6-4d28-be82-0ebd4856c717" providerId="ADAL" clId="{97933A4B-EC08-462D-B01B-FFB291778DB6}" dt="2025-11-24T09:56:13.123" v="25" actId="14100"/>
        <pc:sldMkLst>
          <pc:docMk/>
          <pc:sldMk cId="3050671302" sldId="257"/>
        </pc:sldMkLst>
        <pc:spChg chg="del">
          <ac:chgData name="Ghosh, Debajyoti" userId="e80e4347-12e6-4d28-be82-0ebd4856c717" providerId="ADAL" clId="{97933A4B-EC08-462D-B01B-FFB291778DB6}" dt="2025-11-24T09:56:02.434" v="20" actId="478"/>
          <ac:spMkLst>
            <pc:docMk/>
            <pc:sldMk cId="3050671302" sldId="257"/>
            <ac:spMk id="2" creationId="{48099343-9051-0355-6810-F59FC4D838CE}"/>
          </ac:spMkLst>
        </pc:spChg>
        <pc:spChg chg="del">
          <ac:chgData name="Ghosh, Debajyoti" userId="e80e4347-12e6-4d28-be82-0ebd4856c717" providerId="ADAL" clId="{97933A4B-EC08-462D-B01B-FFB291778DB6}" dt="2025-11-24T09:56:03.773" v="21" actId="478"/>
          <ac:spMkLst>
            <pc:docMk/>
            <pc:sldMk cId="3050671302" sldId="257"/>
            <ac:spMk id="3" creationId="{A0065D0E-0257-27F0-03C1-B076A887DBD9}"/>
          </ac:spMkLst>
        </pc:spChg>
        <pc:picChg chg="add mod">
          <ac:chgData name="Ghosh, Debajyoti" userId="e80e4347-12e6-4d28-be82-0ebd4856c717" providerId="ADAL" clId="{97933A4B-EC08-462D-B01B-FFB291778DB6}" dt="2025-11-24T09:56:13.123" v="25" actId="14100"/>
          <ac:picMkLst>
            <pc:docMk/>
            <pc:sldMk cId="3050671302" sldId="257"/>
            <ac:picMk id="5" creationId="{BE947284-24AA-B5B6-34B4-32C1A72AF3EB}"/>
          </ac:picMkLst>
        </pc:picChg>
      </pc:sldChg>
      <pc:sldChg chg="addSp delSp modSp add mod">
        <pc:chgData name="Ghosh, Debajyoti" userId="e80e4347-12e6-4d28-be82-0ebd4856c717" providerId="ADAL" clId="{97933A4B-EC08-462D-B01B-FFB291778DB6}" dt="2025-11-24T09:57:27.108" v="33" actId="1076"/>
        <pc:sldMkLst>
          <pc:docMk/>
          <pc:sldMk cId="3922034788" sldId="258"/>
        </pc:sldMkLst>
        <pc:picChg chg="add mod">
          <ac:chgData name="Ghosh, Debajyoti" userId="e80e4347-12e6-4d28-be82-0ebd4856c717" providerId="ADAL" clId="{97933A4B-EC08-462D-B01B-FFB291778DB6}" dt="2025-11-24T09:57:27.108" v="33" actId="1076"/>
          <ac:picMkLst>
            <pc:docMk/>
            <pc:sldMk cId="3922034788" sldId="258"/>
            <ac:picMk id="3" creationId="{481F862B-489F-A72D-F98C-021CDED2A1E9}"/>
          </ac:picMkLst>
        </pc:picChg>
        <pc:picChg chg="del">
          <ac:chgData name="Ghosh, Debajyoti" userId="e80e4347-12e6-4d28-be82-0ebd4856c717" providerId="ADAL" clId="{97933A4B-EC08-462D-B01B-FFB291778DB6}" dt="2025-11-24T09:56:19.121" v="27" actId="478"/>
          <ac:picMkLst>
            <pc:docMk/>
            <pc:sldMk cId="3922034788" sldId="258"/>
            <ac:picMk id="5" creationId="{96B583A9-2E0D-4BBD-ADC2-335222810D79}"/>
          </ac:picMkLst>
        </pc:picChg>
      </pc:sldChg>
      <pc:sldChg chg="addSp modSp add mod">
        <pc:chgData name="Ghosh, Debajyoti" userId="e80e4347-12e6-4d28-be82-0ebd4856c717" providerId="ADAL" clId="{97933A4B-EC08-462D-B01B-FFB291778DB6}" dt="2025-11-24T09:58:27.195" v="39" actId="1076"/>
        <pc:sldMkLst>
          <pc:docMk/>
          <pc:sldMk cId="4080301466" sldId="259"/>
        </pc:sldMkLst>
        <pc:picChg chg="add mod">
          <ac:chgData name="Ghosh, Debajyoti" userId="e80e4347-12e6-4d28-be82-0ebd4856c717" providerId="ADAL" clId="{97933A4B-EC08-462D-B01B-FFB291778DB6}" dt="2025-11-24T09:58:27.195" v="39" actId="1076"/>
          <ac:picMkLst>
            <pc:docMk/>
            <pc:sldMk cId="4080301466" sldId="259"/>
            <ac:picMk id="3" creationId="{5B78CB6B-A453-D7C1-9751-D7C04E0EB0A1}"/>
          </ac:picMkLst>
        </pc:picChg>
      </pc:sldChg>
      <pc:sldChg chg="addSp modSp add mod ord">
        <pc:chgData name="Ghosh, Debajyoti" userId="e80e4347-12e6-4d28-be82-0ebd4856c717" providerId="ADAL" clId="{97933A4B-EC08-462D-B01B-FFB291778DB6}" dt="2025-11-24T09:59:51.071" v="52" actId="14100"/>
        <pc:sldMkLst>
          <pc:docMk/>
          <pc:sldMk cId="13670128" sldId="260"/>
        </pc:sldMkLst>
        <pc:picChg chg="add mod">
          <ac:chgData name="Ghosh, Debajyoti" userId="e80e4347-12e6-4d28-be82-0ebd4856c717" providerId="ADAL" clId="{97933A4B-EC08-462D-B01B-FFB291778DB6}" dt="2025-11-24T09:59:51.071" v="52" actId="14100"/>
          <ac:picMkLst>
            <pc:docMk/>
            <pc:sldMk cId="13670128" sldId="260"/>
            <ac:picMk id="3" creationId="{B69D4C49-9015-AC82-BB45-772711EF22CC}"/>
          </ac:picMkLst>
        </pc:picChg>
      </pc:sldChg>
      <pc:sldChg chg="addSp modSp add mod">
        <pc:chgData name="Ghosh, Debajyoti" userId="e80e4347-12e6-4d28-be82-0ebd4856c717" providerId="ADAL" clId="{97933A4B-EC08-462D-B01B-FFB291778DB6}" dt="2025-11-24T09:59:02.204" v="45" actId="1076"/>
        <pc:sldMkLst>
          <pc:docMk/>
          <pc:sldMk cId="905462219" sldId="261"/>
        </pc:sldMkLst>
        <pc:picChg chg="add mod">
          <ac:chgData name="Ghosh, Debajyoti" userId="e80e4347-12e6-4d28-be82-0ebd4856c717" providerId="ADAL" clId="{97933A4B-EC08-462D-B01B-FFB291778DB6}" dt="2025-11-24T09:59:02.204" v="45" actId="1076"/>
          <ac:picMkLst>
            <pc:docMk/>
            <pc:sldMk cId="905462219" sldId="261"/>
            <ac:picMk id="3" creationId="{F2ACDE81-3252-B1CD-8256-E9AB9B9EFE03}"/>
          </ac:picMkLst>
        </pc:picChg>
      </pc:sldChg>
      <pc:sldChg chg="addSp modSp add mod">
        <pc:chgData name="Ghosh, Debajyoti" userId="e80e4347-12e6-4d28-be82-0ebd4856c717" providerId="ADAL" clId="{97933A4B-EC08-462D-B01B-FFB291778DB6}" dt="2025-11-24T10:01:08.607" v="56" actId="14100"/>
        <pc:sldMkLst>
          <pc:docMk/>
          <pc:sldMk cId="4087745688" sldId="262"/>
        </pc:sldMkLst>
        <pc:picChg chg="add mod">
          <ac:chgData name="Ghosh, Debajyoti" userId="e80e4347-12e6-4d28-be82-0ebd4856c717" providerId="ADAL" clId="{97933A4B-EC08-462D-B01B-FFB291778DB6}" dt="2025-11-24T10:01:08.607" v="56" actId="14100"/>
          <ac:picMkLst>
            <pc:docMk/>
            <pc:sldMk cId="4087745688" sldId="262"/>
            <ac:picMk id="3" creationId="{77E36DF4-D163-F6BF-3F8C-5364041CBA4C}"/>
          </ac:picMkLst>
        </pc:picChg>
      </pc:sldChg>
      <pc:sldChg chg="addSp modSp add mod">
        <pc:chgData name="Ghosh, Debajyoti" userId="e80e4347-12e6-4d28-be82-0ebd4856c717" providerId="ADAL" clId="{97933A4B-EC08-462D-B01B-FFB291778DB6}" dt="2025-11-24T10:02:29.200" v="60" actId="14100"/>
        <pc:sldMkLst>
          <pc:docMk/>
          <pc:sldMk cId="448608971" sldId="263"/>
        </pc:sldMkLst>
        <pc:picChg chg="add mod">
          <ac:chgData name="Ghosh, Debajyoti" userId="e80e4347-12e6-4d28-be82-0ebd4856c717" providerId="ADAL" clId="{97933A4B-EC08-462D-B01B-FFB291778DB6}" dt="2025-11-24T10:02:29.200" v="60" actId="14100"/>
          <ac:picMkLst>
            <pc:docMk/>
            <pc:sldMk cId="448608971" sldId="263"/>
            <ac:picMk id="3" creationId="{760D0AE5-6869-70A4-D02B-37497B054DA2}"/>
          </ac:picMkLst>
        </pc:picChg>
      </pc:sldChg>
      <pc:sldChg chg="addSp modSp add mod">
        <pc:chgData name="Ghosh, Debajyoti" userId="e80e4347-12e6-4d28-be82-0ebd4856c717" providerId="ADAL" clId="{97933A4B-EC08-462D-B01B-FFB291778DB6}" dt="2025-11-24T10:03:14.260" v="64" actId="14100"/>
        <pc:sldMkLst>
          <pc:docMk/>
          <pc:sldMk cId="2845273858" sldId="264"/>
        </pc:sldMkLst>
        <pc:picChg chg="add mod">
          <ac:chgData name="Ghosh, Debajyoti" userId="e80e4347-12e6-4d28-be82-0ebd4856c717" providerId="ADAL" clId="{97933A4B-EC08-462D-B01B-FFB291778DB6}" dt="2025-11-24T10:03:14.260" v="64" actId="14100"/>
          <ac:picMkLst>
            <pc:docMk/>
            <pc:sldMk cId="2845273858" sldId="264"/>
            <ac:picMk id="3" creationId="{B1C7AF1D-541C-59FD-7D43-863AF3EEC22E}"/>
          </ac:picMkLst>
        </pc:picChg>
      </pc:sldChg>
      <pc:sldChg chg="addSp modSp add mod">
        <pc:chgData name="Ghosh, Debajyoti" userId="e80e4347-12e6-4d28-be82-0ebd4856c717" providerId="ADAL" clId="{97933A4B-EC08-462D-B01B-FFB291778DB6}" dt="2025-11-24T10:07:29.847" v="76" actId="14100"/>
        <pc:sldMkLst>
          <pc:docMk/>
          <pc:sldMk cId="1920853052" sldId="265"/>
        </pc:sldMkLst>
        <pc:picChg chg="add mod">
          <ac:chgData name="Ghosh, Debajyoti" userId="e80e4347-12e6-4d28-be82-0ebd4856c717" providerId="ADAL" clId="{97933A4B-EC08-462D-B01B-FFB291778DB6}" dt="2025-11-24T10:07:29.847" v="76" actId="14100"/>
          <ac:picMkLst>
            <pc:docMk/>
            <pc:sldMk cId="1920853052" sldId="265"/>
            <ac:picMk id="3" creationId="{7C7BA8FE-8D73-951E-C876-C51B58C81891}"/>
          </ac:picMkLst>
        </pc:picChg>
      </pc:sldChg>
      <pc:sldChg chg="addSp modSp add mod ord">
        <pc:chgData name="Ghosh, Debajyoti" userId="e80e4347-12e6-4d28-be82-0ebd4856c717" providerId="ADAL" clId="{97933A4B-EC08-462D-B01B-FFB291778DB6}" dt="2025-11-24T10:06:09.682" v="71"/>
        <pc:sldMkLst>
          <pc:docMk/>
          <pc:sldMk cId="3130247996" sldId="266"/>
        </pc:sldMkLst>
        <pc:picChg chg="add mod">
          <ac:chgData name="Ghosh, Debajyoti" userId="e80e4347-12e6-4d28-be82-0ebd4856c717" providerId="ADAL" clId="{97933A4B-EC08-462D-B01B-FFB291778DB6}" dt="2025-11-24T10:06:07.457" v="69" actId="14100"/>
          <ac:picMkLst>
            <pc:docMk/>
            <pc:sldMk cId="3130247996" sldId="266"/>
            <ac:picMk id="3" creationId="{2A67FA29-0BC4-D8F5-DC0E-7F7030932C23}"/>
          </ac:picMkLst>
        </pc:picChg>
      </pc:sldChg>
      <pc:sldChg chg="addSp modSp add mod">
        <pc:chgData name="Ghosh, Debajyoti" userId="e80e4347-12e6-4d28-be82-0ebd4856c717" providerId="ADAL" clId="{97933A4B-EC08-462D-B01B-FFB291778DB6}" dt="2025-11-24T10:08:04.775" v="82" actId="1076"/>
        <pc:sldMkLst>
          <pc:docMk/>
          <pc:sldMk cId="902121389" sldId="267"/>
        </pc:sldMkLst>
        <pc:picChg chg="add mod">
          <ac:chgData name="Ghosh, Debajyoti" userId="e80e4347-12e6-4d28-be82-0ebd4856c717" providerId="ADAL" clId="{97933A4B-EC08-462D-B01B-FFB291778DB6}" dt="2025-11-24T10:08:04.775" v="82" actId="1076"/>
          <ac:picMkLst>
            <pc:docMk/>
            <pc:sldMk cId="902121389" sldId="267"/>
            <ac:picMk id="3" creationId="{E3B7B359-6297-2487-66C4-E57D9F6C105F}"/>
          </ac:picMkLst>
        </pc:picChg>
      </pc:sldChg>
      <pc:sldChg chg="add">
        <pc:chgData name="Ghosh, Debajyoti" userId="e80e4347-12e6-4d28-be82-0ebd4856c717" providerId="ADAL" clId="{97933A4B-EC08-462D-B01B-FFB291778DB6}" dt="2025-11-24T10:07:32.159" v="77" actId="2890"/>
        <pc:sldMkLst>
          <pc:docMk/>
          <pc:sldMk cId="2566031495" sldId="268"/>
        </pc:sldMkLst>
      </pc:sldChg>
      <pc:sldChg chg="addSp modSp add mod">
        <pc:chgData name="Ghosh, Debajyoti" userId="e80e4347-12e6-4d28-be82-0ebd4856c717" providerId="ADAL" clId="{97933A4B-EC08-462D-B01B-FFB291778DB6}" dt="2025-11-24T10:08:47.993" v="86" actId="14100"/>
        <pc:sldMkLst>
          <pc:docMk/>
          <pc:sldMk cId="3975918074" sldId="269"/>
        </pc:sldMkLst>
        <pc:picChg chg="add mod">
          <ac:chgData name="Ghosh, Debajyoti" userId="e80e4347-12e6-4d28-be82-0ebd4856c717" providerId="ADAL" clId="{97933A4B-EC08-462D-B01B-FFB291778DB6}" dt="2025-11-24T10:08:47.993" v="86" actId="14100"/>
          <ac:picMkLst>
            <pc:docMk/>
            <pc:sldMk cId="3975918074" sldId="269"/>
            <ac:picMk id="3" creationId="{85E65994-28F8-5CA9-EFD2-160AA9039BB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EF196-CA6B-60D3-8E3D-48D2FE11F0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6C51CC-FA55-5DDF-91D7-78172AB577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4403D-2D20-1C05-0A96-83BCCD200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85A7B-FDA9-4F13-8AE0-895141DB77D3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2713FD-CC35-4496-BAB7-19E501B33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72F99-C12F-9E9F-67D2-189538F48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B7731-5F66-46E3-BA7A-D57409E14AC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31086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1EA42-7A26-EC6F-EAEC-2BA437FA3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1D640-FEA9-0311-5B05-B4A97844D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7882D-A8B1-BA93-E0A9-884943497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85A7B-FDA9-4F13-8AE0-895141DB77D3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9B14B-5F4E-B4BD-813A-3BD5FB5E6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34D3-2240-97A1-B25D-3103A3AE0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B7731-5F66-46E3-BA7A-D57409E14AC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72071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887E9-5654-403F-B176-6A2BB9E76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85AB5C-225F-77CC-379A-48C7011868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1607C-1238-5202-1AC5-70976BADF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85A7B-FDA9-4F13-8AE0-895141DB77D3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45C6A8-FA48-7481-DB50-D87BE42F8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86AF1-8EE5-4E17-35F6-9366367C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B7731-5F66-46E3-BA7A-D57409E14AC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44148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861B4-15C2-2E32-601E-F9829C0E7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34A24-943D-B613-B7FC-D881F6F2FB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AC78DB-4A14-5493-23D3-AB6589318E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BB5D96-CF1D-4780-1B98-042475DC2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85A7B-FDA9-4F13-8AE0-895141DB77D3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727B40-6118-439C-1C65-E920C494F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E8C705-3D46-F8B0-9888-34D8BE9C5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B7731-5F66-46E3-BA7A-D57409E14AC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35795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BD7F1-F403-C7A3-95A0-535DAF8AB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23DA3D-397B-6C12-5F85-70DF08DDB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DEC5AE-08EA-B02C-C5B3-33C5E0BE67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28F63E-D9C6-EB86-56A0-27B7253ED3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83134F-5674-303B-D27E-912EA67CAD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2C33C3-64FA-01BF-32CF-46BC02888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85A7B-FDA9-4F13-8AE0-895141DB77D3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49DE54-6198-AF54-7359-D465920B7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6CE404-9F84-8820-96FB-7E36C8A95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B7731-5F66-46E3-BA7A-D57409E14AC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32787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53A52-78CA-3A46-9FB7-2F5D1B616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002A37-1D7A-9DC8-BE08-7E565CA39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85A7B-FDA9-4F13-8AE0-895141DB77D3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C6FE04-A720-75A8-0A43-52F3A7031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538A59-E24C-EAD0-13FD-3174DDB15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B7731-5F66-46E3-BA7A-D57409E14AC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13744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ECEF07-2C03-C043-BBF0-21CA6A16A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85A7B-FDA9-4F13-8AE0-895141DB77D3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99FEF5-B7C9-52E7-50BF-67EAE06E6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0B5E46-A47B-7A19-8E34-245F39F5F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B7731-5F66-46E3-BA7A-D57409E14AC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75525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A8C72-2D4D-954F-E323-C6EA74069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83125-5B7A-46D5-1C28-5772A7689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4260FB-3FDE-2638-AA7D-445DD1EA55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FADA34-26A6-3056-EEF3-B4AC1AFC9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85A7B-FDA9-4F13-8AE0-895141DB77D3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27047D-6B79-629B-3EAD-ACC0736D3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46DE4A-B5D6-5D20-D882-9E6B4C870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B7731-5F66-46E3-BA7A-D57409E14AC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26681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8BA20-E2E7-CAF8-7F53-27BDD3E8A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D3CE48-2DF9-C94C-301F-2C7E482EC1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1D4E95-AF2B-5EC3-709E-627A33505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292E9A-BAA0-2AA6-3D32-638CF8176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85A7B-FDA9-4F13-8AE0-895141DB77D3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44600E-E99C-C732-77B4-D138FF5D4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F3F3BB-FE80-7B6D-0F51-17FA488AB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B7731-5F66-46E3-BA7A-D57409E14AC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26284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1824B-F953-D5E9-9320-4654B4D49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FEF9B0-6832-A5DD-5F33-E889250837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6314C-8DE8-4FE0-BEB3-A828590FC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85A7B-FDA9-4F13-8AE0-895141DB77D3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691794-F203-F7CC-0975-EC3DD041F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2A955-9756-3648-CD62-65C8D379C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B7731-5F66-46E3-BA7A-D57409E14AC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64221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8602FE-0C2E-7995-A450-AED33A68B9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929D6-1261-4CBA-5D28-93AAEF404A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A3F8B-8EDE-5282-DB9B-220671D95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85A7B-FDA9-4F13-8AE0-895141DB77D3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34EBF-E12D-E3E9-3630-929DB079F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AF764-E760-95F7-ADDA-301C65160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B7731-5F66-46E3-BA7A-D57409E14AC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75596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7F3F32-56F5-1BC3-0806-9199E0AFE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5B364-8197-DDCD-A587-FE8C8CC870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83B50-F327-0A99-9D7E-690BCA87EE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785A7B-FDA9-4F13-8AE0-895141DB77D3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1001E-5302-268F-A2B8-2094FC4BA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C062E-B07D-F9D5-091C-282FD2D53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4B7731-5F66-46E3-BA7A-D57409E14AC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28165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7F12DC-3721-2911-9862-00ACFECE5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907" y="758615"/>
            <a:ext cx="10625008" cy="56745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CA2713-B787-1B1B-47EE-EE3A59F9F8BE}"/>
              </a:ext>
            </a:extLst>
          </p:cNvPr>
          <p:cNvSpPr txBox="1"/>
          <p:nvPr/>
        </p:nvSpPr>
        <p:spPr>
          <a:xfrm>
            <a:off x="9567081" y="5616054"/>
            <a:ext cx="10505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PyTorch</a:t>
            </a:r>
            <a:endParaRPr lang="en-NL" sz="2000" dirty="0"/>
          </a:p>
        </p:txBody>
      </p:sp>
    </p:spTree>
    <p:extLst>
      <p:ext uri="{BB962C8B-B14F-4D97-AF65-F5344CB8AC3E}">
        <p14:creationId xmlns:p14="http://schemas.microsoft.com/office/powerpoint/2010/main" val="926483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947284-24AA-B5B6-34B4-32C1A72AF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972" y="402478"/>
            <a:ext cx="10828706" cy="5466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671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A2A27-0002-BD58-6BBC-02198A24D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1F862B-489F-A72D-F98C-021CDED2A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811" y="263170"/>
            <a:ext cx="9706568" cy="5914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034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26D4A-9F77-1738-3981-B0184DE68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78CB6B-A453-D7C1-9751-D7C04E0EB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785" y="167055"/>
            <a:ext cx="10638430" cy="626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301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D35C0-D72D-8479-45C6-F4A53718F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ACDE81-3252-B1CD-8256-E9AB9B9EF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271" y="474172"/>
            <a:ext cx="9553458" cy="5794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462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6774E-8452-077E-B352-36D28D973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9D4C49-9015-AC82-BB45-772711EF2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594" y="711388"/>
            <a:ext cx="9819564" cy="5751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0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EB956-51FA-5877-F53C-C9D5CE1D9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E36DF4-D163-F6BF-3F8C-5364041CB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066" y="426188"/>
            <a:ext cx="10119815" cy="6304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745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FA22F-24A3-F3D0-7CA4-983D9F7EC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0D0AE5-6869-70A4-D02B-37497B054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23" y="238153"/>
            <a:ext cx="10228996" cy="6137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608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4BC36-FCD5-A690-C35F-881CA3905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C7AF1D-541C-59FD-7D43-863AF3EEC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93" y="464739"/>
            <a:ext cx="10147109" cy="6035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273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4F7F5-CCB4-4692-E5D3-E187C624F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67FA29-0BC4-D8F5-DC0E-7F7030932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492" y="700356"/>
            <a:ext cx="9984144" cy="5744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247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6062E-359A-925F-62B4-D14744504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7BA8FE-8D73-951E-C876-C51B58C81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195" y="400390"/>
            <a:ext cx="9698136" cy="5686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853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7BE5D-193A-40C1-1C5D-9512D6013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B7B359-6297-2487-66C4-E57D9F6C1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775" y="181616"/>
            <a:ext cx="9908275" cy="608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121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A4B7F-2C17-A56F-6EDA-F37017365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E65994-28F8-5CA9-EFD2-160AA9039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178" y="490663"/>
            <a:ext cx="9195843" cy="607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918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94416-FACE-C4BF-BA9D-A29ABE520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6031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e118e09-08be-4360-a815-3fc29828016d}" enabled="1" method="Standard" siteId="{15b734ef-4a07-47e7-90f4-22cc84a7af2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TenneT TSO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Ghosh, Debajyoti</dc:creator>
  <cp:lastModifiedBy>Ghosh, Debajyoti</cp:lastModifiedBy>
  <cp:revision>1</cp:revision>
  <dcterms:created xsi:type="dcterms:W3CDTF">2025-11-24T09:48:04Z</dcterms:created>
  <dcterms:modified xsi:type="dcterms:W3CDTF">2025-11-24T10:08:49Z</dcterms:modified>
</cp:coreProperties>
</file>